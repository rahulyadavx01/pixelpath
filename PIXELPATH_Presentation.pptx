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114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⚡ GAMIFIED LEARNING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PIXELPATH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Institutional Gamified Learning &amp; Competitive Coding Platform</a:t>
            </a:r>
            <a:br/>
            <a:r>
              <a:t>Turning Computer Science Curriculum into an Addictive Daily Habit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61E2E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Author: Rahul Yadav  |  Target Domain: Computer Science &amp; Engineering  |  Submission: October 2026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Components: Real-Time Compiler Sandbox  •  Dynamic Curriculum DAG  •  Mains-XXXXX Auth  •  Faculty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Challenge in Modern Computer Science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Disjointed Practice Tools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Students switch across isolated tools for lectures, quizzes, and problem solving, resulting in disjointed learning contexts and high dropout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Lack of Habit Loops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Without continuous feedback and healthy gamification, coding practice becomes cramming right before exams rather than daily muscle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Rigid Curriculum Silos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Faculty cannot dynamically adapt module prerequisites or track real-time comprehension velocity across diverse student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PIXELPATH: The Unified Learning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STUDENT PORTAL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Engaging, Gamified &amp; Fair Mastery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Code Arena: Instant execution in C++17, Python 3, JavaScript, Java with hidden test drivers.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Curriculum Progress Map: Visual milestone graph with prerequisite gating.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Verified XP Economy: Strict non-academic XP rules (never replaces exam marks).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Habit Retention: Daily quest sprints, streaks with freeze shields, and cohort leagues.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FACULTY PORTAL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Academic Oversight &amp; Curriculum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Dynamic Curriculum Builder: Create courses, modules, and lessons without hardcoded UI limits.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Prerequisite DAG Validation: Circular dependency blocking &amp; affected student impact analysis.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Daily Quiz Studio: Author questions, randomize pools, and configure delivery windows.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Cohort Analytics: Real-time tracking of student completion velocity and code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Real-Time Sandboxed Code Arena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Multi-Language Support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Real local execution for C++17 (-O2), Python 3, JavaScript (Node), and Java. No mock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Hidden Driver Execution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Automatically wraps solution classes in hidden main drivers to parse standard input and format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Safety &amp; Resource Limits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Sandboxed execution with 2.0s timeout, memory limit protection, and clean process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Output Normalization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Intelligent whitespace trimming and order-agnostic matching for multi-solution algorithms like Two Sum.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CURRICULUM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Fully Data-Driven Prerequisite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480560"/>
          </a:xfrm>
          <a:prstGeom prst="roundRect">
            <a:avLst/>
          </a:prstGeom>
          <a:solidFill>
            <a:srgbClr val="161E2E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How PIXELPATH Manages Academic Progression: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Zero Hardcoded Data: All courses, modules, lessons, and XP rewards are queried dynamically via API endpoints and database tables.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Prerequisite Graph (DAG): Modules unlock strictly when all prerequisites are fulfilled. Circular dependencies (A -&gt; B -&gt; A) are blocked automatically.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Server-Enforced Gating: Students cannot bypass UI locks by hitting the API directly; complete-module endpoints verify prerequisites server-side.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Non-Destructive Evolution: If faculty update a published module while a student has progress, completed status and earned XP are preserved.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Audit Logging: Every syllabus alteration, module edit, and deletion is recorded in a tamper-proof audit log for academic governance.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INSTITUTIONAL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Strict Student ID Format &amp; Anti-Bruteforce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C4899"/>
                </a:solidFill>
              </a:defRPr>
            </a:pPr>
            <a:r>
              <a:t>Regex ID Format: Mains-XXXXX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Students authenticate with their official institutional ID matching ^Mains-\d{5}$ (e.g. Mains-24813).</a:t>
            </a:r>
            <a:br/>
            <a:r>
              <a:t>Normalized casing &amp; whitespace on both client and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Roster-Gated Activation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New students can only activate accounts if their ID exists in the pre-authorized college roster, preventing unauthorized registrations.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Anti-Bruteforce Protection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Strict rate limiting locks out login attempts after consecutive failures per IP and Student ID, safeguarding user accounts.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Modern Full-Stack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Frontend Application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React 18 with TypeScript</a:t>
            </a:r>
            <a:br/>
            <a:r>
              <a:t>• Tailwind CSS for modern aesthetics</a:t>
            </a:r>
            <a:br/>
            <a:r>
              <a:t>• Framer Motion fluid animations</a:t>
            </a:r>
            <a:br/>
            <a:r>
              <a:t>• Monaco Code Editor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Backend Compiler Server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Node.js &amp; Express 5</a:t>
            </a:r>
            <a:br/>
            <a:r>
              <a:t>• Subprocess execution sandbox</a:t>
            </a:r>
            <a:br/>
            <a:r>
              <a:t>• Gzip HTTP compression</a:t>
            </a:r>
            <a:br/>
            <a:r>
              <a:t>• SPA wildcard client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Database &amp; Operations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Supabase PostgreSQL</a:t>
            </a:r>
            <a:br/>
            <a:r>
              <a:t>• Row-Level Security (RLS)</a:t>
            </a:r>
            <a:br/>
            <a:r>
              <a:t>• High-performance indexed tables</a:t>
            </a:r>
            <a:br/>
            <a:r>
              <a:t>• LocalStorage cache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Production &amp; Deployment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Cloudflare Tunnel (HTTP/2)</a:t>
            </a:r>
            <a:br/>
            <a:r>
              <a:t>• Production bundle optimization</a:t>
            </a:r>
            <a:br/>
            <a:r>
              <a:t>• 7-Day browser asset caching</a:t>
            </a:r>
            <a:br/>
            <a:r>
              <a:t>• Automated GitHub CI/CD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DEMONSTRATION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Project Links &amp;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44805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Repository &amp; Live Demonstration Links: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GitHub Public Repository: https://github.com/Rahulyadavx01/questify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Live Application URL: https://thinks-strings-prayers-economics.trycloudflare.com</a:t>
            </a:r>
          </a:p>
          <a:p>
            <a:br/>
            <a:pPr>
              <a:defRPr sz="1500" b="1">
                <a:solidFill>
                  <a:srgbClr val="F59E0B"/>
                </a:solidFill>
              </a:defRPr>
            </a:pPr>
            <a:r>
              <a:t>Demo Credentials for Evaluation: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Student Portal: Login with Student ID 'Mains-24813' and password 'password123'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Faculty Portal: Login with Email 'faculty@questify.edu' and password 'admin'</a:t>
            </a:r>
          </a:p>
          <a:p>
            <a:br/>
            <a:pPr>
              <a:defRPr sz="1300" b="1">
                <a:solidFill>
                  <a:srgbClr val="EC4899"/>
                </a:solidFill>
              </a:defRPr>
            </a:pPr>
            <a:r>
              <a:t>Summary: PIXELPATH successfully solves the challenge of student habit-building and curriculum governance with an enterprise-grade, high-performance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